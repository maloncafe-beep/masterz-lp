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yasu\ai-zodiacm\ai-company-kit\logs\maloncafe_shop\sample1\_tmp_FieldSync2\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2026-07-21T01:39:14Z</dcterms:created>
  <dcterms:modified xsi:type="dcterms:W3CDTF">2026-07-21T01:39:14Z</dcterms:modified>
</cp:coreProperties>
</file>